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67" r:id="rId3"/>
    <p:sldId id="257" r:id="rId4"/>
    <p:sldId id="266" r:id="rId5"/>
    <p:sldId id="268" r:id="rId6"/>
    <p:sldId id="270" r:id="rId7"/>
    <p:sldId id="271" r:id="rId8"/>
    <p:sldId id="27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63" autoAdjust="0"/>
    <p:restoredTop sz="92857" autoAdjust="0"/>
  </p:normalViewPr>
  <p:slideViewPr>
    <p:cSldViewPr snapToGrid="0">
      <p:cViewPr>
        <p:scale>
          <a:sx n="50" d="100"/>
          <a:sy n="50" d="100"/>
        </p:scale>
        <p:origin x="1872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4B451-8511-48E3-ABAD-3E3070E1F174}" type="datetimeFigureOut">
              <a:rPr lang="ko-KR" altLang="en-US" smtClean="0"/>
              <a:t>2016-01-09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AC1C7-6AB0-450D-9913-5EA659F316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663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l" defTabSz="914400">
              <a:buNone/>
            </a:pPr>
            <a:endParaRPr lang="ko-KR" altLang="en-US" sz="1200" b="0" i="0" baseline="0" dirty="0">
              <a:solidFill>
                <a:schemeClr val="tx1"/>
              </a:solidFill>
              <a:latin typeface="Calibri" pitchFamily="34" charset="0"/>
              <a:ea typeface="굴림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914400">
              <a:buNone/>
            </a:pPr>
            <a:fld id="{A5D78FC6-CE17-4259-A63C-DDFC12E048FC}" type="slidenum">
              <a:rPr lang="en-US" sz="1200" b="0" i="0">
                <a:latin typeface="Calibri"/>
                <a:ea typeface="+mn-ea"/>
                <a:cs typeface="+mn-cs"/>
              </a:rPr>
              <a:pPr algn="r" defTabSz="914400">
                <a:buNone/>
              </a:pPr>
              <a:t>2</a:t>
            </a:fld>
            <a:endParaRPr lang="en-US" sz="1200" b="0" i="0" dirty="0"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0337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l" defTabSz="914400">
              <a:buNone/>
            </a:pPr>
            <a:endParaRPr lang="ko-KR" altLang="en-US" sz="1200" b="0" i="0" baseline="0" dirty="0">
              <a:solidFill>
                <a:schemeClr val="tx1"/>
              </a:solidFill>
              <a:latin typeface="Calibri" pitchFamily="34" charset="0"/>
              <a:ea typeface="굴림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914400">
              <a:buNone/>
            </a:pPr>
            <a:fld id="{A5D78FC6-CE17-4259-A63C-DDFC12E048FC}" type="slidenum">
              <a:rPr lang="en-US" sz="1200" b="0" i="0">
                <a:latin typeface="Calibri"/>
                <a:ea typeface="+mn-ea"/>
                <a:cs typeface="+mn-cs"/>
              </a:rPr>
              <a:pPr algn="r" defTabSz="914400">
                <a:buNone/>
              </a:pPr>
              <a:t>3</a:t>
            </a:fld>
            <a:endParaRPr lang="en-US" sz="1200" b="0" i="0" dirty="0"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27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CC0C8-36B8-442A-833D-B6AACE86BB77}" type="datetime8">
              <a:rPr lang="en-US" smtClean="0"/>
              <a:pPr/>
              <a:t>1/9/2016 7:40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12610" y="1752600"/>
            <a:ext cx="11171390" cy="44196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114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  <p:sldLayoutId id="2147483668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ko-KR" alt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오피스 </a:t>
            </a:r>
            <a:r>
              <a:rPr lang="ko-KR" alt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해적단</a:t>
            </a:r>
            <a:r>
              <a:rPr lang="en-US" altLang="ko-KR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!</a:t>
            </a:r>
            <a:br>
              <a:rPr lang="en-US" altLang="ko-KR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파워포인트 </a:t>
            </a:r>
            <a:r>
              <a:rPr lang="en-US" altLang="ko-KR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2013</a:t>
            </a:r>
            <a:r>
              <a:rPr lang="ko-KR" alt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을 정복하라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07067" y="4297968"/>
            <a:ext cx="7766936" cy="1096899"/>
          </a:xfrm>
        </p:spPr>
        <p:txBody>
          <a:bodyPr>
            <a:normAutofit/>
          </a:bodyPr>
          <a:lstStyle/>
          <a:p>
            <a:pPr algn="ctr"/>
            <a:r>
              <a:rPr lang="en-US" altLang="ko-K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[</a:t>
            </a:r>
            <a:r>
              <a:rPr lang="ko-KR" altLang="en-US" sz="24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팁</a:t>
            </a:r>
            <a:r>
              <a:rPr lang="en-US" altLang="ko-KR" sz="24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2] </a:t>
            </a:r>
            <a:r>
              <a:rPr lang="ko-KR" altLang="en-US" sz="24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파워포인트 단축키 모음</a:t>
            </a:r>
            <a:endParaRPr lang="ko-KR" alt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406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3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lang="ko-KR" altLang="en-US" sz="3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파워포인트 단축키</a:t>
            </a:r>
            <a:endParaRPr lang="ko-KR" altLang="en-US" sz="32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Rectangle 2"/>
          <p:cNvSpPr>
            <a:spLocks noGrp="1"/>
          </p:cNvSpPr>
          <p:nvPr>
            <p:ph sz="quarter" idx="1"/>
          </p:nvPr>
        </p:nvSpPr>
        <p:spPr>
          <a:xfrm>
            <a:off x="569898" y="1201173"/>
            <a:ext cx="9610421" cy="906302"/>
          </a:xfrm>
        </p:spPr>
        <p:txBody>
          <a:bodyPr>
            <a:normAutofit/>
          </a:bodyPr>
          <a:lstStyle/>
          <a:p>
            <a:pPr marL="365760" lvl="1" indent="0" defTabSz="914400">
              <a:spcBef>
                <a:spcPts val="550"/>
              </a:spcBef>
              <a:buClr>
                <a:srgbClr val="3891A7"/>
              </a:buClr>
              <a:buSzPct val="70000"/>
              <a:buNone/>
            </a:pPr>
            <a:r>
              <a:rPr lang="ko-KR" altLang="en-US" sz="20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파워포인트 단축키를 </a:t>
            </a:r>
            <a:r>
              <a:rPr lang="ko-KR" altLang="en-US" sz="20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사용하여 메뉴 사용을 보다 빠르게 할 수 있습니다</a:t>
            </a:r>
            <a:r>
              <a:rPr lang="en-US" altLang="ko-KR" sz="20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 marL="365760" lvl="1" indent="0" defTabSz="914400">
              <a:spcBef>
                <a:spcPts val="550"/>
              </a:spcBef>
              <a:buClr>
                <a:srgbClr val="3891A7"/>
              </a:buClr>
              <a:buSzPct val="70000"/>
              <a:buNone/>
            </a:pPr>
            <a:r>
              <a:rPr lang="ko-KR" altLang="en-US" sz="20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먼저</a:t>
            </a:r>
            <a:r>
              <a:rPr lang="en-US" altLang="ko-KR" sz="20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기능키에 적용되는 단축키를 살펴보겠습니다</a:t>
            </a:r>
            <a:r>
              <a:rPr lang="en-US" altLang="ko-KR" sz="20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20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952188"/>
              </p:ext>
            </p:extLst>
          </p:nvPr>
        </p:nvGraphicFramePr>
        <p:xfrm>
          <a:off x="812800" y="2237011"/>
          <a:ext cx="10985190" cy="435111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127512"/>
                <a:gridCol w="5040351"/>
                <a:gridCol w="4817327"/>
              </a:tblGrid>
              <a:tr h="56333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dirty="0" smtClean="0"/>
                        <a:t>단축키</a:t>
                      </a:r>
                      <a:endParaRPr lang="ko-KR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dirty="0" smtClean="0"/>
                        <a:t>기능</a:t>
                      </a:r>
                      <a:endParaRPr lang="ko-KR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smtClean="0"/>
                        <a:t>비고</a:t>
                      </a:r>
                      <a:endParaRPr lang="ko-KR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287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F1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파워포인트 도움말 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/>
                </a:tc>
              </a:tr>
              <a:tr h="8533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F2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텍스트 수정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텍스트 상자</a:t>
                      </a:r>
                      <a:r>
                        <a:rPr lang="en-US" altLang="ko-KR" sz="1800" dirty="0" smtClean="0"/>
                        <a:t>,</a:t>
                      </a:r>
                      <a:r>
                        <a:rPr lang="en-US" altLang="ko-KR" sz="1800" baseline="0" dirty="0" smtClean="0"/>
                        <a:t> </a:t>
                      </a:r>
                      <a:r>
                        <a:rPr lang="ko-KR" altLang="en-US" sz="1800" baseline="0" dirty="0" smtClean="0"/>
                        <a:t>또는 도형개체가 선택되어 있을 때 </a:t>
                      </a:r>
                      <a:r>
                        <a:rPr lang="en-US" altLang="ko-KR" sz="1800" baseline="0" dirty="0" smtClean="0"/>
                        <a:t>F2</a:t>
                      </a:r>
                      <a:r>
                        <a:rPr lang="ko-KR" altLang="en-US" sz="1800" baseline="0" dirty="0" smtClean="0"/>
                        <a:t>키를 누르면 개체 안에 있는 텍스트 전체가 블록으로 설정되어 삭제하거나 수정할 때 사용할 수 있다</a:t>
                      </a:r>
                      <a:r>
                        <a:rPr lang="en-US" altLang="ko-KR" sz="1800" baseline="0" dirty="0" smtClean="0"/>
                        <a:t>.</a:t>
                      </a:r>
                      <a:endParaRPr lang="ko-KR" altLang="en-US" sz="1800" dirty="0"/>
                    </a:p>
                  </a:txBody>
                  <a:tcPr/>
                </a:tc>
              </a:tr>
              <a:tr h="287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F4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마지막 작업 반복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/>
                </a:tc>
              </a:tr>
              <a:tr h="4959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F5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슬라이드 쇼 처음부터 실행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Shift + F5  : </a:t>
                      </a:r>
                      <a:r>
                        <a:rPr lang="ko-KR" altLang="en-US" sz="1800" dirty="0" smtClean="0"/>
                        <a:t>현재 슬라이드부터 쇼 실행</a:t>
                      </a:r>
                      <a:endParaRPr lang="ko-KR" altLang="en-US" sz="1800" dirty="0"/>
                    </a:p>
                  </a:txBody>
                  <a:tcPr/>
                </a:tc>
              </a:tr>
              <a:tr h="4959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F6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마우스 없을 때  키보드로 메뉴를 선택</a:t>
                      </a:r>
                      <a:r>
                        <a:rPr lang="en-US" altLang="ko-KR" sz="1800" dirty="0" smtClean="0"/>
                        <a:t>(Alt </a:t>
                      </a:r>
                      <a:r>
                        <a:rPr lang="ko-KR" altLang="en-US" sz="1800" dirty="0" smtClean="0"/>
                        <a:t>키와 동일</a:t>
                      </a:r>
                      <a:r>
                        <a:rPr lang="en-US" altLang="ko-KR" sz="1800" dirty="0" smtClean="0"/>
                        <a:t>)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/>
                </a:tc>
              </a:tr>
              <a:tr h="287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F7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맞춤법 검사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/>
                </a:tc>
              </a:tr>
              <a:tr h="287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F12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다른 이름으로 저장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59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/>
          </p:cNvSpPr>
          <p:nvPr>
            <p:ph sz="quarter" idx="1"/>
          </p:nvPr>
        </p:nvSpPr>
        <p:spPr>
          <a:xfrm>
            <a:off x="409321" y="665914"/>
            <a:ext cx="9610421" cy="591386"/>
          </a:xfrm>
        </p:spPr>
        <p:txBody>
          <a:bodyPr>
            <a:normAutofit/>
          </a:bodyPr>
          <a:lstStyle/>
          <a:p>
            <a:pPr marL="365760" lvl="1" indent="0" defTabSz="914400">
              <a:spcBef>
                <a:spcPts val="550"/>
              </a:spcBef>
              <a:buClr>
                <a:srgbClr val="3891A7"/>
              </a:buClr>
              <a:buSzPct val="70000"/>
              <a:buNone/>
            </a:pPr>
            <a:r>
              <a:rPr lang="en-US" altLang="ko-KR" sz="24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※ [Ctrl] </a:t>
            </a:r>
            <a:r>
              <a:rPr lang="ko-KR" altLang="en-US" sz="24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키와 함께 사용하는 단축키 모음</a:t>
            </a:r>
            <a:endParaRPr lang="en-US" altLang="ko-KR" sz="24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034392"/>
              </p:ext>
            </p:extLst>
          </p:nvPr>
        </p:nvGraphicFramePr>
        <p:xfrm>
          <a:off x="190500" y="1506132"/>
          <a:ext cx="11830049" cy="4551444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2199332"/>
                <a:gridCol w="2658418"/>
                <a:gridCol w="6972299"/>
              </a:tblGrid>
              <a:tr h="1333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dirty="0" smtClean="0"/>
                        <a:t>단축키</a:t>
                      </a:r>
                      <a:endParaRPr lang="ko-KR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dirty="0" smtClean="0"/>
                        <a:t>기능</a:t>
                      </a:r>
                      <a:endParaRPr lang="ko-KR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 smtClean="0"/>
                        <a:t>비고</a:t>
                      </a:r>
                      <a:endParaRPr lang="ko-KR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287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F1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리본메뉴 </a:t>
                      </a:r>
                      <a:r>
                        <a:rPr lang="en-US" altLang="ko-KR" sz="1800" dirty="0" smtClean="0"/>
                        <a:t>on/off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/>
                </a:tc>
              </a:tr>
              <a:tr h="3470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Q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파워포인트 종료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/>
                </a:tc>
              </a:tr>
              <a:tr h="287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W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문서 닫기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O : </a:t>
                      </a:r>
                      <a:r>
                        <a:rPr lang="ko-KR" altLang="en-US" sz="1800" dirty="0" smtClean="0"/>
                        <a:t>문서열기</a:t>
                      </a:r>
                      <a:endParaRPr lang="ko-KR" altLang="en-US" sz="1800" dirty="0"/>
                    </a:p>
                  </a:txBody>
                  <a:tcPr/>
                </a:tc>
              </a:tr>
              <a:tr h="4196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N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err="1" smtClean="0"/>
                        <a:t>새파일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M : </a:t>
                      </a:r>
                      <a:r>
                        <a:rPr lang="ko-KR" altLang="en-US" sz="1800" dirty="0" smtClean="0"/>
                        <a:t>새 슬라이드</a:t>
                      </a:r>
                      <a:endParaRPr lang="ko-KR" altLang="en-US" sz="1800" dirty="0"/>
                    </a:p>
                  </a:txBody>
                  <a:tcPr/>
                </a:tc>
              </a:tr>
              <a:tr h="38277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]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err="1" smtClean="0"/>
                        <a:t>글자크게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[ : </a:t>
                      </a:r>
                      <a:r>
                        <a:rPr lang="ko-KR" altLang="en-US" sz="1800" dirty="0" err="1" smtClean="0"/>
                        <a:t>글자작게</a:t>
                      </a:r>
                      <a:endParaRPr lang="ko-KR" altLang="en-US" sz="1800" dirty="0"/>
                    </a:p>
                  </a:txBody>
                  <a:tcPr/>
                </a:tc>
              </a:tr>
              <a:tr h="287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R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오른쪽정렬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E : </a:t>
                      </a:r>
                      <a:r>
                        <a:rPr lang="ko-KR" altLang="en-US" sz="1800" dirty="0" smtClean="0"/>
                        <a:t>가운데정렬    </a:t>
                      </a: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L : </a:t>
                      </a:r>
                      <a:r>
                        <a:rPr lang="ko-KR" altLang="en-US" sz="1800" dirty="0" smtClean="0"/>
                        <a:t>왼쪽정렬    </a:t>
                      </a: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J : </a:t>
                      </a:r>
                      <a:r>
                        <a:rPr lang="ko-KR" altLang="en-US" sz="1800" dirty="0" smtClean="0"/>
                        <a:t>양쪽맞춤</a:t>
                      </a:r>
                      <a:endParaRPr lang="ko-KR" altLang="en-US" sz="1800" dirty="0"/>
                    </a:p>
                  </a:txBody>
                  <a:tcPr/>
                </a:tc>
              </a:tr>
              <a:tr h="287325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]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err="1" smtClean="0"/>
                        <a:t>글자크게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[ : </a:t>
                      </a:r>
                      <a:r>
                        <a:rPr lang="ko-KR" altLang="en-US" sz="1800" dirty="0" err="1" smtClean="0"/>
                        <a:t>글자작게</a:t>
                      </a:r>
                      <a:endParaRPr lang="ko-KR" altLang="en-US" sz="1800" dirty="0"/>
                    </a:p>
                  </a:txBody>
                  <a:tcPr/>
                </a:tc>
              </a:tr>
              <a:tr h="287325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B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err="1" smtClean="0"/>
                        <a:t>글자굵게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U :</a:t>
                      </a:r>
                      <a:r>
                        <a:rPr lang="ko-KR" altLang="en-US" sz="1800" baseline="0" dirty="0" smtClean="0"/>
                        <a:t> 글자밑줄    </a:t>
                      </a: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I : </a:t>
                      </a:r>
                      <a:r>
                        <a:rPr lang="ko-KR" altLang="en-US" sz="1800" dirty="0" err="1" smtClean="0"/>
                        <a:t>글자기울이기</a:t>
                      </a:r>
                      <a:endParaRPr lang="ko-KR" altLang="en-US" sz="1800" dirty="0"/>
                    </a:p>
                  </a:txBody>
                  <a:tcPr/>
                </a:tc>
              </a:tr>
              <a:tr h="287325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Z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실행취소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Y : </a:t>
                      </a:r>
                      <a:r>
                        <a:rPr lang="ko-KR" altLang="en-US" sz="1800" dirty="0" smtClean="0"/>
                        <a:t>실행취소복구</a:t>
                      </a:r>
                      <a:endParaRPr lang="ko-KR" altLang="en-US" sz="1800" dirty="0"/>
                    </a:p>
                  </a:txBody>
                  <a:tcPr/>
                </a:tc>
              </a:tr>
              <a:tr h="287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</a:t>
                      </a:r>
                      <a:r>
                        <a:rPr lang="en-US" altLang="ko-KR" sz="1800" dirty="0" smtClean="0"/>
                        <a:t>C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복사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X : </a:t>
                      </a:r>
                      <a:r>
                        <a:rPr lang="ko-KR" altLang="en-US" sz="1800" dirty="0" smtClean="0"/>
                        <a:t>잘라내기     </a:t>
                      </a: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V : </a:t>
                      </a:r>
                      <a:r>
                        <a:rPr lang="ko-KR" altLang="en-US" sz="1800" dirty="0" err="1" smtClean="0"/>
                        <a:t>붙여넣기</a:t>
                      </a:r>
                      <a:r>
                        <a:rPr lang="ko-KR" altLang="en-US" sz="1800" dirty="0" smtClean="0"/>
                        <a:t>     </a:t>
                      </a: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D : </a:t>
                      </a:r>
                      <a:r>
                        <a:rPr lang="ko-KR" altLang="en-US" sz="1800" dirty="0" smtClean="0"/>
                        <a:t>복제</a:t>
                      </a:r>
                      <a:endParaRPr lang="ko-KR" altLang="en-US" sz="1800" dirty="0"/>
                    </a:p>
                  </a:txBody>
                  <a:tcPr/>
                </a:tc>
              </a:tr>
              <a:tr h="287325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/>
                        <a:t>Ctrl</a:t>
                      </a:r>
                      <a:r>
                        <a:rPr lang="ko-KR" altLang="en-US" sz="1800" dirty="0" smtClean="0"/>
                        <a:t> </a:t>
                      </a:r>
                      <a:r>
                        <a:rPr lang="en-US" altLang="ko-KR" sz="1800" dirty="0" smtClean="0"/>
                        <a:t>+ A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전체선택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27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28650" y="442913"/>
            <a:ext cx="8229600" cy="58477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3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2. </a:t>
            </a:r>
            <a:r>
              <a:rPr lang="ko-KR" altLang="en-US" sz="3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도형복제</a:t>
            </a:r>
            <a:r>
              <a:rPr lang="en-US" altLang="ko-KR" sz="32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(Ctrl + D)</a:t>
            </a:r>
            <a:endParaRPr lang="ko-KR" altLang="en-US" sz="32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0723" name="직사각형 9"/>
          <p:cNvSpPr>
            <a:spLocks noChangeArrowheads="1"/>
          </p:cNvSpPr>
          <p:nvPr/>
        </p:nvSpPr>
        <p:spPr bwMode="auto">
          <a:xfrm>
            <a:off x="1071563" y="2571750"/>
            <a:ext cx="857250" cy="928688"/>
          </a:xfrm>
          <a:prstGeom prst="rect">
            <a:avLst/>
          </a:prstGeom>
          <a:solidFill>
            <a:srgbClr val="FFC000"/>
          </a:solidFill>
          <a:ln w="9525" algn="ctr">
            <a:noFill/>
            <a:round/>
            <a:headEnd/>
            <a:tailEnd/>
          </a:ln>
        </p:spPr>
        <p:txBody>
          <a:bodyPr anchor="ctr" anchorCtr="0"/>
          <a:lstStyle/>
          <a:p>
            <a:pPr algn="ctr"/>
            <a:r>
              <a:rPr lang="en-US" altLang="ko-KR" b="1" smtClean="0">
                <a:latin typeface="굴림" pitchFamily="50" charset="-127"/>
                <a:ea typeface="굴림" pitchFamily="50" charset="-127"/>
              </a:rPr>
              <a:t>1</a:t>
            </a:r>
            <a:r>
              <a:rPr lang="ko-KR" altLang="en-US" b="1" dirty="0" smtClean="0">
                <a:latin typeface="굴림" pitchFamily="50" charset="-127"/>
                <a:ea typeface="굴림" pitchFamily="50" charset="-127"/>
              </a:rPr>
              <a:t>번</a:t>
            </a:r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0724" name="Rectangle 2"/>
          <p:cNvSpPr txBox="1">
            <a:spLocks noRot="1" noChangeArrowheads="1"/>
          </p:cNvSpPr>
          <p:nvPr/>
        </p:nvSpPr>
        <p:spPr bwMode="auto">
          <a:xfrm>
            <a:off x="857250" y="1143000"/>
            <a:ext cx="10020300" cy="12001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ko-KR" altLang="en-US" sz="2400" dirty="0">
                <a:latin typeface="HY견고딕" pitchFamily="18" charset="-127"/>
                <a:ea typeface="HY견고딕" pitchFamily="18" charset="-127"/>
              </a:rPr>
              <a:t>도형 복제는 복사와 다르게 개체 복사 뿐 아니라 </a:t>
            </a:r>
            <a:r>
              <a:rPr lang="ko-KR" altLang="en-US" sz="2400" dirty="0" smtClean="0">
                <a:latin typeface="HY견고딕" pitchFamily="18" charset="-127"/>
                <a:ea typeface="HY견고딕" pitchFamily="18" charset="-127"/>
              </a:rPr>
              <a:t>도형의 이동까지 </a:t>
            </a:r>
            <a:r>
              <a:rPr lang="ko-KR" altLang="en-US" sz="2400" dirty="0">
                <a:latin typeface="HY견고딕" pitchFamily="18" charset="-127"/>
                <a:ea typeface="HY견고딕" pitchFamily="18" charset="-127"/>
              </a:rPr>
              <a:t>기억하여 붙여 넣기 할 수 </a:t>
            </a:r>
            <a:r>
              <a:rPr lang="ko-KR" altLang="en-US" sz="2400" dirty="0" smtClean="0">
                <a:latin typeface="HY견고딕" pitchFamily="18" charset="-127"/>
                <a:ea typeface="HY견고딕" pitchFamily="18" charset="-127"/>
              </a:rPr>
              <a:t>있습니다</a:t>
            </a:r>
            <a:r>
              <a:rPr lang="en-US" altLang="ko-KR" sz="2400" dirty="0" smtClean="0">
                <a:latin typeface="HY견고딕" pitchFamily="18" charset="-127"/>
                <a:ea typeface="HY견고딕" pitchFamily="18" charset="-127"/>
              </a:rPr>
              <a:t>. </a:t>
            </a:r>
            <a:r>
              <a:rPr lang="ko-KR" altLang="en-US" sz="2400" dirty="0" smtClean="0">
                <a:latin typeface="HY견고딕" pitchFamily="18" charset="-127"/>
                <a:ea typeface="HY견고딕" pitchFamily="18" charset="-127"/>
              </a:rPr>
              <a:t>같은 간격을 유지한 </a:t>
            </a:r>
            <a:r>
              <a:rPr lang="ko-KR" altLang="en-US" sz="2400" dirty="0">
                <a:latin typeface="HY견고딕" pitchFamily="18" charset="-127"/>
                <a:ea typeface="HY견고딕" pitchFamily="18" charset="-127"/>
              </a:rPr>
              <a:t>채 도형을 여러 번 복사할 때 </a:t>
            </a:r>
            <a:r>
              <a:rPr lang="ko-KR" altLang="en-US" sz="2400" dirty="0" smtClean="0">
                <a:latin typeface="HY견고딕" pitchFamily="18" charset="-127"/>
                <a:ea typeface="HY견고딕" pitchFamily="18" charset="-127"/>
              </a:rPr>
              <a:t>편리하게 사용할 수 있습니다</a:t>
            </a:r>
            <a:r>
              <a:rPr lang="en-US" altLang="ko-KR" sz="2400" dirty="0" smtClean="0">
                <a:latin typeface="HY견고딕" pitchFamily="18" charset="-127"/>
                <a:ea typeface="HY견고딕" pitchFamily="18" charset="-127"/>
              </a:rPr>
              <a:t>.</a:t>
            </a:r>
            <a:endParaRPr lang="ko-KR" altLang="en-US" sz="2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30725" name="Rectangle 2"/>
          <p:cNvSpPr txBox="1">
            <a:spLocks noRot="1" noChangeArrowheads="1"/>
          </p:cNvSpPr>
          <p:nvPr/>
        </p:nvSpPr>
        <p:spPr bwMode="auto">
          <a:xfrm>
            <a:off x="2714625" y="2402414"/>
            <a:ext cx="7515225" cy="113877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①  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1</a:t>
            </a:r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번 </a:t>
            </a:r>
            <a:r>
              <a:rPr lang="ko-KR" altLang="en-US" sz="2200" dirty="0">
                <a:latin typeface="HY견고딕" pitchFamily="18" charset="-127"/>
                <a:ea typeface="HY견고딕" pitchFamily="18" charset="-127"/>
              </a:rPr>
              <a:t>도형을 선택해 </a:t>
            </a:r>
            <a:r>
              <a:rPr lang="en-US" altLang="ko-KR" sz="2200" dirty="0">
                <a:latin typeface="HY견고딕" pitchFamily="18" charset="-127"/>
                <a:ea typeface="HY견고딕" pitchFamily="18" charset="-127"/>
              </a:rPr>
              <a:t>Ctrl + 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D</a:t>
            </a:r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를 눌러 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2</a:t>
            </a:r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번 도형을 복제한다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.</a:t>
            </a:r>
            <a:endParaRPr lang="en-US" altLang="ko-KR" sz="2200" dirty="0">
              <a:latin typeface="HY견고딕" pitchFamily="18" charset="-127"/>
              <a:ea typeface="HY견고딕" pitchFamily="18" charset="-127"/>
            </a:endParaRPr>
          </a:p>
          <a:p>
            <a:pPr algn="l" eaLnBrk="0" hangingPunct="0"/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② 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2</a:t>
            </a:r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번 도형을 원하는 </a:t>
            </a:r>
            <a:r>
              <a:rPr lang="ko-KR" altLang="en-US" sz="2200" dirty="0">
                <a:latin typeface="HY견고딕" pitchFamily="18" charset="-127"/>
                <a:ea typeface="HY견고딕" pitchFamily="18" charset="-127"/>
              </a:rPr>
              <a:t>위치까지 </a:t>
            </a:r>
            <a:r>
              <a:rPr lang="ko-KR" altLang="en-US" sz="2400" u="sng" dirty="0">
                <a:latin typeface="HY견고딕" pitchFamily="18" charset="-127"/>
                <a:ea typeface="HY견고딕" pitchFamily="18" charset="-127"/>
              </a:rPr>
              <a:t>방향키</a:t>
            </a:r>
            <a:r>
              <a:rPr lang="ko-KR" altLang="en-US" sz="2200" dirty="0">
                <a:latin typeface="HY견고딕" pitchFamily="18" charset="-127"/>
                <a:ea typeface="HY견고딕" pitchFamily="18" charset="-127"/>
              </a:rPr>
              <a:t>로 이동한다</a:t>
            </a:r>
            <a:r>
              <a:rPr lang="en-US" altLang="ko-KR" sz="2200" dirty="0">
                <a:latin typeface="HY견고딕" pitchFamily="18" charset="-127"/>
                <a:ea typeface="HY견고딕" pitchFamily="18" charset="-127"/>
              </a:rPr>
              <a:t>.</a:t>
            </a:r>
            <a:endParaRPr lang="ko-KR" altLang="en-US" sz="2200" dirty="0">
              <a:latin typeface="HY견고딕" pitchFamily="18" charset="-127"/>
              <a:ea typeface="HY견고딕" pitchFamily="18" charset="-127"/>
            </a:endParaRPr>
          </a:p>
        </p:txBody>
      </p:sp>
      <p:cxnSp>
        <p:nvCxnSpPr>
          <p:cNvPr id="30726" name="직선 화살표 연결선 29"/>
          <p:cNvCxnSpPr>
            <a:cxnSpLocks noChangeShapeType="1"/>
            <a:endCxn id="30723" idx="3"/>
          </p:cNvCxnSpPr>
          <p:nvPr/>
        </p:nvCxnSpPr>
        <p:spPr bwMode="auto">
          <a:xfrm flipH="1">
            <a:off x="1928813" y="2668191"/>
            <a:ext cx="785812" cy="367903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</p:spPr>
      </p:cxnSp>
      <p:sp>
        <p:nvSpPr>
          <p:cNvPr id="30727" name="직사각형 30"/>
          <p:cNvSpPr>
            <a:spLocks noChangeArrowheads="1"/>
          </p:cNvSpPr>
          <p:nvPr/>
        </p:nvSpPr>
        <p:spPr bwMode="auto">
          <a:xfrm>
            <a:off x="1071563" y="3643314"/>
            <a:ext cx="857250" cy="928687"/>
          </a:xfrm>
          <a:prstGeom prst="rect">
            <a:avLst/>
          </a:prstGeom>
          <a:solidFill>
            <a:srgbClr val="FFC000"/>
          </a:solidFill>
          <a:ln w="9525" algn="ctr">
            <a:noFill/>
            <a:round/>
            <a:headEnd/>
            <a:tailEnd/>
          </a:ln>
        </p:spPr>
        <p:txBody>
          <a:bodyPr anchor="ctr" anchorCtr="0"/>
          <a:lstStyle/>
          <a:p>
            <a:pPr algn="ctr"/>
            <a:r>
              <a:rPr lang="en-US" altLang="ko-KR" b="1" dirty="0">
                <a:latin typeface="굴림" pitchFamily="50" charset="-127"/>
                <a:ea typeface="굴림" pitchFamily="50" charset="-127"/>
              </a:rPr>
              <a:t>2</a:t>
            </a:r>
            <a:r>
              <a:rPr lang="ko-KR" altLang="en-US" b="1" dirty="0">
                <a:latin typeface="굴림" pitchFamily="50" charset="-127"/>
                <a:ea typeface="굴림" pitchFamily="50" charset="-127"/>
              </a:rPr>
              <a:t>번</a:t>
            </a:r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0728" name="직사각형 31"/>
          <p:cNvSpPr>
            <a:spLocks noChangeArrowheads="1"/>
          </p:cNvSpPr>
          <p:nvPr/>
        </p:nvSpPr>
        <p:spPr bwMode="auto">
          <a:xfrm>
            <a:off x="1071563" y="4714875"/>
            <a:ext cx="857250" cy="928688"/>
          </a:xfrm>
          <a:prstGeom prst="rect">
            <a:avLst/>
          </a:prstGeom>
          <a:solidFill>
            <a:srgbClr val="FFC000"/>
          </a:solidFill>
          <a:ln w="9525" algn="ctr">
            <a:noFill/>
            <a:round/>
            <a:headEnd/>
            <a:tailEnd/>
          </a:ln>
        </p:spPr>
        <p:txBody>
          <a:bodyPr anchor="ctr" anchorCtr="0"/>
          <a:lstStyle/>
          <a:p>
            <a:pPr algn="ctr"/>
            <a:r>
              <a:rPr lang="en-US" altLang="ko-KR" b="1" dirty="0">
                <a:latin typeface="굴림" pitchFamily="50" charset="-127"/>
                <a:ea typeface="굴림" pitchFamily="50" charset="-127"/>
              </a:rPr>
              <a:t>3</a:t>
            </a:r>
            <a:r>
              <a:rPr lang="ko-KR" altLang="en-US" b="1" dirty="0">
                <a:latin typeface="굴림" pitchFamily="50" charset="-127"/>
                <a:ea typeface="굴림" pitchFamily="50" charset="-127"/>
              </a:rPr>
              <a:t>번</a:t>
            </a:r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0729" name="직사각형 32"/>
          <p:cNvSpPr>
            <a:spLocks noChangeArrowheads="1"/>
          </p:cNvSpPr>
          <p:nvPr/>
        </p:nvSpPr>
        <p:spPr bwMode="auto">
          <a:xfrm>
            <a:off x="1071563" y="5786439"/>
            <a:ext cx="857250" cy="928687"/>
          </a:xfrm>
          <a:prstGeom prst="rect">
            <a:avLst/>
          </a:prstGeom>
          <a:solidFill>
            <a:srgbClr val="FFC000"/>
          </a:solidFill>
          <a:ln w="9525" algn="ctr">
            <a:noFill/>
            <a:round/>
            <a:headEnd/>
            <a:tailEnd/>
          </a:ln>
        </p:spPr>
        <p:txBody>
          <a:bodyPr anchor="ctr" anchorCtr="0"/>
          <a:lstStyle/>
          <a:p>
            <a:pPr algn="ctr"/>
            <a:r>
              <a:rPr lang="en-US" altLang="ko-KR" b="1" dirty="0">
                <a:latin typeface="굴림" pitchFamily="50" charset="-127"/>
                <a:ea typeface="굴림" pitchFamily="50" charset="-127"/>
              </a:rPr>
              <a:t>4</a:t>
            </a:r>
            <a:r>
              <a:rPr lang="ko-KR" altLang="en-US" b="1" dirty="0">
                <a:latin typeface="굴림" pitchFamily="50" charset="-127"/>
                <a:ea typeface="굴림" pitchFamily="50" charset="-127"/>
              </a:rPr>
              <a:t>번</a:t>
            </a:r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cxnSp>
        <p:nvCxnSpPr>
          <p:cNvPr id="30730" name="직선 화살표 연결선 34"/>
          <p:cNvCxnSpPr>
            <a:cxnSpLocks noChangeShapeType="1"/>
            <a:endCxn id="30727" idx="3"/>
          </p:cNvCxnSpPr>
          <p:nvPr/>
        </p:nvCxnSpPr>
        <p:spPr bwMode="auto">
          <a:xfrm flipH="1">
            <a:off x="1928813" y="3389421"/>
            <a:ext cx="785812" cy="718237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</p:spPr>
      </p:cxnSp>
      <p:cxnSp>
        <p:nvCxnSpPr>
          <p:cNvPr id="30731" name="직선 화살표 연결선 36"/>
          <p:cNvCxnSpPr>
            <a:cxnSpLocks noChangeShapeType="1"/>
          </p:cNvCxnSpPr>
          <p:nvPr/>
        </p:nvCxnSpPr>
        <p:spPr bwMode="auto">
          <a:xfrm flipH="1">
            <a:off x="2214565" y="4714875"/>
            <a:ext cx="1071561" cy="571501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</p:spPr>
      </p:cxnSp>
      <p:cxnSp>
        <p:nvCxnSpPr>
          <p:cNvPr id="30732" name="직선 화살표 연결선 39"/>
          <p:cNvCxnSpPr>
            <a:cxnSpLocks noChangeShapeType="1"/>
          </p:cNvCxnSpPr>
          <p:nvPr/>
        </p:nvCxnSpPr>
        <p:spPr bwMode="auto">
          <a:xfrm flipH="1">
            <a:off x="2071690" y="5643563"/>
            <a:ext cx="1071561" cy="714376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</p:spPr>
      </p:cxnSp>
      <p:sp>
        <p:nvSpPr>
          <p:cNvPr id="30733" name="Rectangle 2"/>
          <p:cNvSpPr txBox="1">
            <a:spLocks noRot="1" noChangeArrowheads="1"/>
          </p:cNvSpPr>
          <p:nvPr/>
        </p:nvSpPr>
        <p:spPr bwMode="auto">
          <a:xfrm>
            <a:off x="3286126" y="4361548"/>
            <a:ext cx="8905874" cy="1785104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en-US" altLang="ko-KR" sz="22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③ 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Ctrl </a:t>
            </a:r>
            <a:r>
              <a:rPr lang="en-US" altLang="ko-KR" sz="2200" dirty="0">
                <a:latin typeface="HY견고딕" pitchFamily="18" charset="-127"/>
                <a:ea typeface="HY견고딕" pitchFamily="18" charset="-127"/>
              </a:rPr>
              <a:t>+ D</a:t>
            </a:r>
            <a:r>
              <a:rPr lang="ko-KR" altLang="en-US" sz="2200" dirty="0">
                <a:latin typeface="HY견고딕" pitchFamily="18" charset="-127"/>
                <a:ea typeface="HY견고딕" pitchFamily="18" charset="-127"/>
              </a:rPr>
              <a:t>를 </a:t>
            </a:r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 누르면 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3</a:t>
            </a:r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번 도형이 간격까지 기억되어 붙여 넣기가 된다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.</a:t>
            </a:r>
          </a:p>
          <a:p>
            <a:pPr algn="l" eaLnBrk="0" hangingPunct="0"/>
            <a:endParaRPr lang="en-US" altLang="ko-KR" sz="2200" dirty="0" smtClean="0">
              <a:latin typeface="HY견고딕" pitchFamily="18" charset="-127"/>
              <a:ea typeface="HY견고딕" pitchFamily="18" charset="-127"/>
            </a:endParaRPr>
          </a:p>
          <a:p>
            <a:pPr eaLnBrk="0" hangingPunct="0"/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④ </a:t>
            </a:r>
            <a:r>
              <a:rPr lang="en-US" altLang="ko-KR" sz="2200" dirty="0">
                <a:latin typeface="HY견고딕" pitchFamily="18" charset="-127"/>
                <a:ea typeface="HY견고딕" pitchFamily="18" charset="-127"/>
              </a:rPr>
              <a:t>Ctrl + D</a:t>
            </a:r>
            <a:r>
              <a:rPr lang="ko-KR" altLang="en-US" sz="2200" dirty="0">
                <a:latin typeface="HY견고딕" pitchFamily="18" charset="-127"/>
                <a:ea typeface="HY견고딕" pitchFamily="18" charset="-127"/>
              </a:rPr>
              <a:t>를  누르면 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4</a:t>
            </a:r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번 </a:t>
            </a:r>
            <a:r>
              <a:rPr lang="ko-KR" altLang="en-US" sz="2200" dirty="0">
                <a:latin typeface="HY견고딕" pitchFamily="18" charset="-127"/>
                <a:ea typeface="HY견고딕" pitchFamily="18" charset="-127"/>
              </a:rPr>
              <a:t>도형이 </a:t>
            </a:r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간격을 유치한 채 붙여 넣기가 </a:t>
            </a:r>
            <a:r>
              <a:rPr lang="ko-KR" altLang="en-US" sz="2200" dirty="0">
                <a:latin typeface="HY견고딕" pitchFamily="18" charset="-127"/>
                <a:ea typeface="HY견고딕" pitchFamily="18" charset="-127"/>
              </a:rPr>
              <a:t>된다</a:t>
            </a:r>
            <a:r>
              <a:rPr lang="en-US" altLang="ko-KR" sz="2200" dirty="0">
                <a:latin typeface="HY견고딕" pitchFamily="18" charset="-127"/>
                <a:ea typeface="HY견고딕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312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직사각형 9"/>
          <p:cNvSpPr>
            <a:spLocks noChangeArrowheads="1"/>
          </p:cNvSpPr>
          <p:nvPr/>
        </p:nvSpPr>
        <p:spPr bwMode="auto">
          <a:xfrm>
            <a:off x="1047750" y="1847254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666750" y="1428750"/>
            <a:ext cx="1619250" cy="5353050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Rectangle 2"/>
          <p:cNvSpPr txBox="1">
            <a:spLocks noRot="1" noChangeArrowheads="1"/>
          </p:cNvSpPr>
          <p:nvPr/>
        </p:nvSpPr>
        <p:spPr bwMode="auto">
          <a:xfrm>
            <a:off x="1724025" y="179958"/>
            <a:ext cx="10134600" cy="76944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①  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4</a:t>
            </a:r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개의 도형을 선택한 후 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Ct</a:t>
            </a:r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기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 + D</a:t>
            </a:r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를 눌러 복제 한 후 원하는 위치만큼 방향키로 이동한다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.</a:t>
            </a:r>
            <a:endParaRPr lang="ko-KR" altLang="en-US" sz="2200" dirty="0">
              <a:latin typeface="HY견고딕" pitchFamily="18" charset="-127"/>
              <a:ea typeface="HY견고딕" pitchFamily="18" charset="-127"/>
            </a:endParaRPr>
          </a:p>
        </p:txBody>
      </p:sp>
      <p:cxnSp>
        <p:nvCxnSpPr>
          <p:cNvPr id="44" name="직선 화살표 연결선 29"/>
          <p:cNvCxnSpPr>
            <a:cxnSpLocks noChangeShapeType="1"/>
          </p:cNvCxnSpPr>
          <p:nvPr/>
        </p:nvCxnSpPr>
        <p:spPr bwMode="auto">
          <a:xfrm flipH="1">
            <a:off x="1476376" y="1002183"/>
            <a:ext cx="695324" cy="541660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</p:spPr>
      </p:cxnSp>
      <p:sp>
        <p:nvSpPr>
          <p:cNvPr id="49" name="직사각형 9"/>
          <p:cNvSpPr>
            <a:spLocks noChangeArrowheads="1"/>
          </p:cNvSpPr>
          <p:nvPr/>
        </p:nvSpPr>
        <p:spPr bwMode="auto">
          <a:xfrm>
            <a:off x="1047750" y="3031727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0" name="직사각형 9"/>
          <p:cNvSpPr>
            <a:spLocks noChangeArrowheads="1"/>
          </p:cNvSpPr>
          <p:nvPr/>
        </p:nvSpPr>
        <p:spPr bwMode="auto">
          <a:xfrm>
            <a:off x="1047750" y="4216200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1" name="직사각형 9"/>
          <p:cNvSpPr>
            <a:spLocks noChangeArrowheads="1"/>
          </p:cNvSpPr>
          <p:nvPr/>
        </p:nvSpPr>
        <p:spPr bwMode="auto">
          <a:xfrm>
            <a:off x="1047750" y="5400674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2" name="직사각형 9"/>
          <p:cNvSpPr>
            <a:spLocks noChangeArrowheads="1"/>
          </p:cNvSpPr>
          <p:nvPr/>
        </p:nvSpPr>
        <p:spPr bwMode="auto">
          <a:xfrm>
            <a:off x="2819400" y="1866304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3" name="직사각형 9"/>
          <p:cNvSpPr>
            <a:spLocks noChangeArrowheads="1"/>
          </p:cNvSpPr>
          <p:nvPr/>
        </p:nvSpPr>
        <p:spPr bwMode="auto">
          <a:xfrm>
            <a:off x="2819400" y="3050777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4" name="직사각형 9"/>
          <p:cNvSpPr>
            <a:spLocks noChangeArrowheads="1"/>
          </p:cNvSpPr>
          <p:nvPr/>
        </p:nvSpPr>
        <p:spPr bwMode="auto">
          <a:xfrm>
            <a:off x="2819400" y="4235250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5" name="직사각형 9"/>
          <p:cNvSpPr>
            <a:spLocks noChangeArrowheads="1"/>
          </p:cNvSpPr>
          <p:nvPr/>
        </p:nvSpPr>
        <p:spPr bwMode="auto">
          <a:xfrm>
            <a:off x="2819400" y="5419724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6" name="직사각형 9"/>
          <p:cNvSpPr>
            <a:spLocks noChangeArrowheads="1"/>
          </p:cNvSpPr>
          <p:nvPr/>
        </p:nvSpPr>
        <p:spPr bwMode="auto">
          <a:xfrm>
            <a:off x="4591050" y="1885354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7" name="직사각형 9"/>
          <p:cNvSpPr>
            <a:spLocks noChangeArrowheads="1"/>
          </p:cNvSpPr>
          <p:nvPr/>
        </p:nvSpPr>
        <p:spPr bwMode="auto">
          <a:xfrm>
            <a:off x="4591050" y="3069827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8" name="직사각형 9"/>
          <p:cNvSpPr>
            <a:spLocks noChangeArrowheads="1"/>
          </p:cNvSpPr>
          <p:nvPr/>
        </p:nvSpPr>
        <p:spPr bwMode="auto">
          <a:xfrm>
            <a:off x="4591050" y="4254300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9" name="직사각형 9"/>
          <p:cNvSpPr>
            <a:spLocks noChangeArrowheads="1"/>
          </p:cNvSpPr>
          <p:nvPr/>
        </p:nvSpPr>
        <p:spPr bwMode="auto">
          <a:xfrm>
            <a:off x="4591050" y="5438774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0" name="직사각형 9"/>
          <p:cNvSpPr>
            <a:spLocks noChangeArrowheads="1"/>
          </p:cNvSpPr>
          <p:nvPr/>
        </p:nvSpPr>
        <p:spPr bwMode="auto">
          <a:xfrm>
            <a:off x="6362700" y="1904404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1" name="직사각형 9"/>
          <p:cNvSpPr>
            <a:spLocks noChangeArrowheads="1"/>
          </p:cNvSpPr>
          <p:nvPr/>
        </p:nvSpPr>
        <p:spPr bwMode="auto">
          <a:xfrm>
            <a:off x="6362700" y="3088877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2" name="직사각형 9"/>
          <p:cNvSpPr>
            <a:spLocks noChangeArrowheads="1"/>
          </p:cNvSpPr>
          <p:nvPr/>
        </p:nvSpPr>
        <p:spPr bwMode="auto">
          <a:xfrm>
            <a:off x="6362700" y="4273350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3" name="직사각형 9"/>
          <p:cNvSpPr>
            <a:spLocks noChangeArrowheads="1"/>
          </p:cNvSpPr>
          <p:nvPr/>
        </p:nvSpPr>
        <p:spPr bwMode="auto">
          <a:xfrm>
            <a:off x="6362700" y="5457824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4" name="직사각형 9"/>
          <p:cNvSpPr>
            <a:spLocks noChangeArrowheads="1"/>
          </p:cNvSpPr>
          <p:nvPr/>
        </p:nvSpPr>
        <p:spPr bwMode="auto">
          <a:xfrm>
            <a:off x="8134350" y="1923454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5" name="직사각형 9"/>
          <p:cNvSpPr>
            <a:spLocks noChangeArrowheads="1"/>
          </p:cNvSpPr>
          <p:nvPr/>
        </p:nvSpPr>
        <p:spPr bwMode="auto">
          <a:xfrm>
            <a:off x="8134350" y="3107927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6" name="직사각형 9"/>
          <p:cNvSpPr>
            <a:spLocks noChangeArrowheads="1"/>
          </p:cNvSpPr>
          <p:nvPr/>
        </p:nvSpPr>
        <p:spPr bwMode="auto">
          <a:xfrm>
            <a:off x="8134350" y="4292400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7" name="직사각형 9"/>
          <p:cNvSpPr>
            <a:spLocks noChangeArrowheads="1"/>
          </p:cNvSpPr>
          <p:nvPr/>
        </p:nvSpPr>
        <p:spPr bwMode="auto">
          <a:xfrm>
            <a:off x="8134350" y="5476874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8" name="직사각형 9"/>
          <p:cNvSpPr>
            <a:spLocks noChangeArrowheads="1"/>
          </p:cNvSpPr>
          <p:nvPr/>
        </p:nvSpPr>
        <p:spPr bwMode="auto">
          <a:xfrm>
            <a:off x="9906000" y="1942504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9" name="직사각형 9"/>
          <p:cNvSpPr>
            <a:spLocks noChangeArrowheads="1"/>
          </p:cNvSpPr>
          <p:nvPr/>
        </p:nvSpPr>
        <p:spPr bwMode="auto">
          <a:xfrm>
            <a:off x="9906000" y="3126977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0" name="직사각형 9"/>
          <p:cNvSpPr>
            <a:spLocks noChangeArrowheads="1"/>
          </p:cNvSpPr>
          <p:nvPr/>
        </p:nvSpPr>
        <p:spPr bwMode="auto">
          <a:xfrm>
            <a:off x="9906000" y="4311450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1" name="직사각형 9"/>
          <p:cNvSpPr>
            <a:spLocks noChangeArrowheads="1"/>
          </p:cNvSpPr>
          <p:nvPr/>
        </p:nvSpPr>
        <p:spPr bwMode="auto">
          <a:xfrm>
            <a:off x="9906000" y="5495924"/>
            <a:ext cx="857250" cy="928688"/>
          </a:xfrm>
          <a:prstGeom prst="bevel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001">
            <a:schemeClr val="dk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3" name="Rectangle 2"/>
          <p:cNvSpPr txBox="1">
            <a:spLocks noRot="1" noChangeArrowheads="1"/>
          </p:cNvSpPr>
          <p:nvPr/>
        </p:nvSpPr>
        <p:spPr bwMode="auto">
          <a:xfrm>
            <a:off x="4514850" y="894571"/>
            <a:ext cx="7200900" cy="43088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② 원하는 개수만큼 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Ctrl + D</a:t>
            </a:r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를 눌러 도형을 추가한다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.</a:t>
            </a:r>
            <a:endParaRPr lang="ko-KR" altLang="en-US" sz="2200" dirty="0">
              <a:latin typeface="HY견고딕" pitchFamily="18" charset="-127"/>
              <a:ea typeface="HY견고딕" pitchFamily="18" charset="-127"/>
            </a:endParaRPr>
          </a:p>
        </p:txBody>
      </p:sp>
      <p:cxnSp>
        <p:nvCxnSpPr>
          <p:cNvPr id="77" name="직선 화살표 연결선 29"/>
          <p:cNvCxnSpPr>
            <a:cxnSpLocks noChangeShapeType="1"/>
          </p:cNvCxnSpPr>
          <p:nvPr/>
        </p:nvCxnSpPr>
        <p:spPr bwMode="auto">
          <a:xfrm flipH="1">
            <a:off x="3248025" y="1002183"/>
            <a:ext cx="428625" cy="688045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</p:spPr>
      </p:cxnSp>
      <p:cxnSp>
        <p:nvCxnSpPr>
          <p:cNvPr id="84" name="직선 화살표 연결선 29"/>
          <p:cNvCxnSpPr>
            <a:cxnSpLocks noChangeShapeType="1"/>
          </p:cNvCxnSpPr>
          <p:nvPr/>
        </p:nvCxnSpPr>
        <p:spPr bwMode="auto">
          <a:xfrm>
            <a:off x="6934200" y="1355612"/>
            <a:ext cx="0" cy="526583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</p:spPr>
      </p:cxnSp>
      <p:cxnSp>
        <p:nvCxnSpPr>
          <p:cNvPr id="87" name="직선 화살표 연결선 29"/>
          <p:cNvCxnSpPr>
            <a:cxnSpLocks noChangeShapeType="1"/>
          </p:cNvCxnSpPr>
          <p:nvPr/>
        </p:nvCxnSpPr>
        <p:spPr bwMode="auto">
          <a:xfrm>
            <a:off x="5057775" y="1355612"/>
            <a:ext cx="0" cy="526583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</p:spPr>
      </p:cxnSp>
      <p:cxnSp>
        <p:nvCxnSpPr>
          <p:cNvPr id="88" name="직선 화살표 연결선 29"/>
          <p:cNvCxnSpPr>
            <a:cxnSpLocks noChangeShapeType="1"/>
          </p:cNvCxnSpPr>
          <p:nvPr/>
        </p:nvCxnSpPr>
        <p:spPr bwMode="auto">
          <a:xfrm>
            <a:off x="10496550" y="1428750"/>
            <a:ext cx="0" cy="526583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</p:spPr>
      </p:cxnSp>
      <p:cxnSp>
        <p:nvCxnSpPr>
          <p:cNvPr id="89" name="직선 화살표 연결선 29"/>
          <p:cNvCxnSpPr>
            <a:cxnSpLocks noChangeShapeType="1"/>
          </p:cNvCxnSpPr>
          <p:nvPr/>
        </p:nvCxnSpPr>
        <p:spPr bwMode="auto">
          <a:xfrm>
            <a:off x="8620125" y="1428750"/>
            <a:ext cx="0" cy="526583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66837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28650" y="442913"/>
            <a:ext cx="8229600" cy="58477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3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※  </a:t>
            </a:r>
            <a:r>
              <a:rPr lang="ko-KR" altLang="en-US" sz="3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슬라이드 복제</a:t>
            </a:r>
            <a:endParaRPr lang="ko-KR" altLang="en-US" sz="32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0724" name="Rectangle 2"/>
          <p:cNvSpPr txBox="1">
            <a:spLocks noRot="1" noChangeArrowheads="1"/>
          </p:cNvSpPr>
          <p:nvPr/>
        </p:nvSpPr>
        <p:spPr bwMode="auto">
          <a:xfrm>
            <a:off x="857250" y="1327576"/>
            <a:ext cx="10020300" cy="83099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ko-KR" altLang="en-US" sz="2400" dirty="0" smtClean="0">
                <a:latin typeface="HY견고딕" pitchFamily="18" charset="-127"/>
                <a:ea typeface="HY견고딕" pitchFamily="18" charset="-127"/>
              </a:rPr>
              <a:t>비슷한 유형의 슬라이드를 추가하기 위해 복제 기능을 이용할 수 있습니다</a:t>
            </a:r>
            <a:r>
              <a:rPr lang="en-US" altLang="ko-KR" sz="2400" dirty="0" smtClean="0">
                <a:latin typeface="HY견고딕" pitchFamily="18" charset="-127"/>
                <a:ea typeface="HY견고딕" pitchFamily="18" charset="-127"/>
              </a:rPr>
              <a:t>.</a:t>
            </a:r>
            <a:endParaRPr lang="ko-KR" altLang="en-US" sz="2400" dirty="0"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784029"/>
            <a:ext cx="6662738" cy="28261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모서리가 둥근 직사각형 3"/>
          <p:cNvSpPr/>
          <p:nvPr/>
        </p:nvSpPr>
        <p:spPr>
          <a:xfrm>
            <a:off x="3181350" y="3086100"/>
            <a:ext cx="1619250" cy="9906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2"/>
          <p:cNvSpPr txBox="1">
            <a:spLocks noRot="1" noChangeArrowheads="1"/>
          </p:cNvSpPr>
          <p:nvPr/>
        </p:nvSpPr>
        <p:spPr bwMode="auto">
          <a:xfrm>
            <a:off x="5067300" y="2145764"/>
            <a:ext cx="4457700" cy="1200329"/>
          </a:xfrm>
          <a:prstGeom prst="rect">
            <a:avLst/>
          </a:prstGeom>
          <a:solidFill>
            <a:srgbClr val="FFFF00"/>
          </a:solidFill>
          <a:ln w="38100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ko-KR" altLang="en-US" sz="2400" dirty="0" smtClean="0">
                <a:latin typeface="HY견고딕" pitchFamily="18" charset="-127"/>
                <a:ea typeface="HY견고딕" pitchFamily="18" charset="-127"/>
              </a:rPr>
              <a:t>복제할 슬라이드를 선택한 후 </a:t>
            </a:r>
            <a:r>
              <a:rPr lang="en-US" altLang="ko-KR" sz="2400" dirty="0" smtClean="0">
                <a:latin typeface="HY견고딕" pitchFamily="18" charset="-127"/>
                <a:ea typeface="HY견고딕" pitchFamily="18" charset="-127"/>
              </a:rPr>
              <a:t>Ctrl + D </a:t>
            </a:r>
            <a:r>
              <a:rPr lang="ko-KR" altLang="en-US" sz="2400" dirty="0" smtClean="0">
                <a:latin typeface="HY견고딕" pitchFamily="18" charset="-127"/>
                <a:ea typeface="HY견고딕" pitchFamily="18" charset="-127"/>
              </a:rPr>
              <a:t>키를 누르면 슬라이드가 복제된다</a:t>
            </a:r>
            <a:r>
              <a:rPr lang="en-US" altLang="ko-KR" sz="2400" dirty="0" smtClean="0">
                <a:latin typeface="HY견고딕" pitchFamily="18" charset="-127"/>
                <a:ea typeface="HY견고딕" pitchFamily="18" charset="-127"/>
              </a:rPr>
              <a:t>.</a:t>
            </a:r>
            <a:endParaRPr lang="ko-KR" altLang="en-US" sz="2400" dirty="0"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613" y="3696373"/>
            <a:ext cx="6490695" cy="28377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모서리가 둥근 직사각형 18"/>
          <p:cNvSpPr/>
          <p:nvPr/>
        </p:nvSpPr>
        <p:spPr>
          <a:xfrm>
            <a:off x="7519988" y="3971549"/>
            <a:ext cx="2728912" cy="9906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왼쪽으로 구부러진 화살표 5"/>
          <p:cNvSpPr/>
          <p:nvPr/>
        </p:nvSpPr>
        <p:spPr>
          <a:xfrm rot="20613883">
            <a:off x="9525000" y="2475078"/>
            <a:ext cx="881063" cy="1711772"/>
          </a:xfrm>
          <a:prstGeom prst="curved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17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28650" y="442913"/>
            <a:ext cx="8229600" cy="58477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3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lang="ko-KR" altLang="en-US" sz="3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마지막 작업 반복</a:t>
            </a:r>
            <a:r>
              <a:rPr lang="en-US" altLang="ko-KR" sz="3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(F4</a:t>
            </a:r>
            <a:r>
              <a:rPr lang="ko-KR" altLang="en-US" sz="3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키</a:t>
            </a:r>
            <a:r>
              <a:rPr lang="en-US" altLang="ko-KR" sz="3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32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0724" name="Rectangle 2"/>
          <p:cNvSpPr txBox="1">
            <a:spLocks noRot="1" noChangeArrowheads="1"/>
          </p:cNvSpPr>
          <p:nvPr/>
        </p:nvSpPr>
        <p:spPr bwMode="auto">
          <a:xfrm>
            <a:off x="781050" y="1384726"/>
            <a:ext cx="10020300" cy="83099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ko-KR" altLang="en-US" sz="2400" dirty="0" smtClean="0">
                <a:latin typeface="HY견고딕" pitchFamily="18" charset="-127"/>
                <a:ea typeface="HY견고딕" pitchFamily="18" charset="-127"/>
              </a:rPr>
              <a:t>도형의 삽입</a:t>
            </a:r>
            <a:r>
              <a:rPr lang="en-US" altLang="ko-KR" sz="2400" dirty="0" smtClean="0">
                <a:latin typeface="HY견고딕" pitchFamily="18" charset="-127"/>
                <a:ea typeface="HY견고딕" pitchFamily="18" charset="-127"/>
              </a:rPr>
              <a:t>, </a:t>
            </a:r>
            <a:r>
              <a:rPr lang="ko-KR" altLang="en-US" sz="2400" dirty="0" smtClean="0">
                <a:latin typeface="HY견고딕" pitchFamily="18" charset="-127"/>
                <a:ea typeface="HY견고딕" pitchFamily="18" charset="-127"/>
              </a:rPr>
              <a:t>서식 변경 등 마지막에 했던 작업을 그대로 반복하려면  </a:t>
            </a:r>
            <a:r>
              <a:rPr lang="en-US" altLang="ko-KR" sz="2400" dirty="0" smtClean="0">
                <a:latin typeface="HY견고딕" pitchFamily="18" charset="-127"/>
                <a:ea typeface="HY견고딕" pitchFamily="18" charset="-127"/>
              </a:rPr>
              <a:t>F4</a:t>
            </a:r>
            <a:r>
              <a:rPr lang="ko-KR" altLang="en-US" sz="2400" dirty="0" smtClean="0">
                <a:latin typeface="HY견고딕" pitchFamily="18" charset="-127"/>
                <a:ea typeface="HY견고딕" pitchFamily="18" charset="-127"/>
              </a:rPr>
              <a:t>키를 사용할 수 있습니다</a:t>
            </a:r>
            <a:r>
              <a:rPr lang="en-US" altLang="ko-KR" sz="2400" dirty="0" smtClean="0">
                <a:latin typeface="HY견고딕" pitchFamily="18" charset="-127"/>
                <a:ea typeface="HY견고딕" pitchFamily="18" charset="-127"/>
              </a:rPr>
              <a:t>.</a:t>
            </a:r>
            <a:endParaRPr lang="ko-KR" altLang="en-US" sz="2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" name="줄무늬가 있는 오른쪽 화살표 5"/>
          <p:cNvSpPr/>
          <p:nvPr/>
        </p:nvSpPr>
        <p:spPr>
          <a:xfrm>
            <a:off x="857250" y="3409950"/>
            <a:ext cx="2590800" cy="139065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줄무늬가 있는 오른쪽 화살표 6"/>
          <p:cNvSpPr/>
          <p:nvPr/>
        </p:nvSpPr>
        <p:spPr>
          <a:xfrm>
            <a:off x="1047750" y="3810000"/>
            <a:ext cx="2590800" cy="139065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ectangle 2"/>
          <p:cNvSpPr txBox="1">
            <a:spLocks noRot="1" noChangeArrowheads="1"/>
          </p:cNvSpPr>
          <p:nvPr/>
        </p:nvSpPr>
        <p:spPr bwMode="auto">
          <a:xfrm>
            <a:off x="4819650" y="3445266"/>
            <a:ext cx="6496050" cy="1107996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화살표 도형을 삽입한 후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/>
            </a:r>
            <a:b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</a:b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F4</a:t>
            </a:r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키를 누르면 화살표 도형 삽입 작업이 반복되어 나타난다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.</a:t>
            </a:r>
            <a:endParaRPr lang="ko-KR" altLang="en-US" sz="2200" dirty="0">
              <a:latin typeface="HY견고딕" pitchFamily="18" charset="-127"/>
              <a:ea typeface="HY견고딕" pitchFamily="18" charset="-127"/>
            </a:endParaRPr>
          </a:p>
        </p:txBody>
      </p:sp>
      <p:cxnSp>
        <p:nvCxnSpPr>
          <p:cNvPr id="22" name="직선 화살표 연결선 29"/>
          <p:cNvCxnSpPr>
            <a:cxnSpLocks noChangeShapeType="1"/>
          </p:cNvCxnSpPr>
          <p:nvPr/>
        </p:nvCxnSpPr>
        <p:spPr bwMode="auto">
          <a:xfrm flipH="1">
            <a:off x="3829050" y="4343400"/>
            <a:ext cx="1028700" cy="247962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</p:spPr>
      </p:cxnSp>
      <p:cxnSp>
        <p:nvCxnSpPr>
          <p:cNvPr id="23" name="직선 화살표 연결선 29"/>
          <p:cNvCxnSpPr>
            <a:cxnSpLocks noChangeShapeType="1"/>
          </p:cNvCxnSpPr>
          <p:nvPr/>
        </p:nvCxnSpPr>
        <p:spPr bwMode="auto">
          <a:xfrm flipH="1">
            <a:off x="3448050" y="3675726"/>
            <a:ext cx="933451" cy="134274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arrow" w="med" len="med"/>
          </a:ln>
        </p:spPr>
      </p:cxnSp>
      <p:sp>
        <p:nvSpPr>
          <p:cNvPr id="28" name="Rectangle 2"/>
          <p:cNvSpPr txBox="1">
            <a:spLocks noRot="1" noChangeArrowheads="1"/>
          </p:cNvSpPr>
          <p:nvPr/>
        </p:nvSpPr>
        <p:spPr bwMode="auto">
          <a:xfrm>
            <a:off x="904875" y="2773240"/>
            <a:ext cx="4791075" cy="46166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ko-KR" altLang="en-US" sz="2400" dirty="0" smtClean="0">
                <a:latin typeface="HY견고딕" pitchFamily="18" charset="-127"/>
                <a:ea typeface="HY견고딕" pitchFamily="18" charset="-127"/>
              </a:rPr>
              <a:t>①  도형의 삽입</a:t>
            </a:r>
            <a:endParaRPr lang="ko-KR" altLang="en-US" sz="2400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29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"/>
          <p:cNvSpPr txBox="1">
            <a:spLocks noRot="1" noChangeArrowheads="1"/>
          </p:cNvSpPr>
          <p:nvPr/>
        </p:nvSpPr>
        <p:spPr bwMode="auto">
          <a:xfrm>
            <a:off x="866775" y="952500"/>
            <a:ext cx="4791075" cy="46166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ko-KR" altLang="en-US" sz="2400" dirty="0" smtClean="0">
                <a:latin typeface="HY견고딕" pitchFamily="18" charset="-127"/>
                <a:ea typeface="HY견고딕" pitchFamily="18" charset="-127"/>
              </a:rPr>
              <a:t>②  서식 변경</a:t>
            </a:r>
            <a:endParaRPr lang="ko-KR" altLang="en-US" sz="2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3" name="줄무늬가 있는 오른쪽 화살표 2"/>
          <p:cNvSpPr/>
          <p:nvPr/>
        </p:nvSpPr>
        <p:spPr>
          <a:xfrm>
            <a:off x="6819900" y="1528465"/>
            <a:ext cx="2457450" cy="129540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정육면체 3"/>
          <p:cNvSpPr/>
          <p:nvPr/>
        </p:nvSpPr>
        <p:spPr>
          <a:xfrm>
            <a:off x="6848474" y="3482280"/>
            <a:ext cx="2447925" cy="1424285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2"/>
          <p:cNvSpPr txBox="1">
            <a:spLocks noRot="1" noChangeArrowheads="1"/>
          </p:cNvSpPr>
          <p:nvPr/>
        </p:nvSpPr>
        <p:spPr bwMode="auto">
          <a:xfrm>
            <a:off x="323850" y="3400187"/>
            <a:ext cx="6496050" cy="24622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삼각형 도형에 색상을 변경 한 후</a:t>
            </a:r>
            <a:endParaRPr lang="en-US" altLang="ko-KR" sz="2200" dirty="0" smtClean="0">
              <a:latin typeface="HY견고딕" pitchFamily="18" charset="-127"/>
              <a:ea typeface="HY견고딕" pitchFamily="18" charset="-127"/>
            </a:endParaRPr>
          </a:p>
          <a:p>
            <a:pPr algn="l" eaLnBrk="0" hangingPunct="0"/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화살표 도형을 선택하고 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F4</a:t>
            </a:r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키를 누르면</a:t>
            </a:r>
            <a:endParaRPr lang="en-US" altLang="ko-KR" sz="2200" dirty="0" smtClean="0">
              <a:latin typeface="HY견고딕" pitchFamily="18" charset="-127"/>
              <a:ea typeface="HY견고딕" pitchFamily="18" charset="-127"/>
            </a:endParaRPr>
          </a:p>
          <a:p>
            <a:pPr algn="l" eaLnBrk="0" hangingPunct="0"/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색상 변경 작업이 반복되어 화살표 도형도 색상이 변경된다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.</a:t>
            </a:r>
          </a:p>
          <a:p>
            <a:pPr algn="l" eaLnBrk="0" hangingPunct="0"/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계속해서 정육면체 도형을 선택하고 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F4</a:t>
            </a:r>
            <a:r>
              <a:rPr lang="ko-KR" altLang="en-US" sz="2200" dirty="0" smtClean="0">
                <a:latin typeface="HY견고딕" pitchFamily="18" charset="-127"/>
                <a:ea typeface="HY견고딕" pitchFamily="18" charset="-127"/>
              </a:rPr>
              <a:t>키를 누르면 색상이 변경되는 작업이 반복되는 것을 확인할 수 있다</a:t>
            </a:r>
            <a:r>
              <a:rPr lang="en-US" altLang="ko-KR" sz="2200" dirty="0" smtClean="0">
                <a:latin typeface="HY견고딕" pitchFamily="18" charset="-127"/>
                <a:ea typeface="HY견고딕" pitchFamily="18" charset="-127"/>
              </a:rPr>
              <a:t>.</a:t>
            </a:r>
            <a:endParaRPr lang="ko-KR" altLang="en-US" sz="22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" name="이등변 삼각형 4"/>
          <p:cNvSpPr/>
          <p:nvPr/>
        </p:nvSpPr>
        <p:spPr>
          <a:xfrm>
            <a:off x="1428750" y="1583709"/>
            <a:ext cx="1833562" cy="1636336"/>
          </a:xfrm>
          <a:prstGeom prst="triangl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11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604</TotalTime>
  <Words>461</Words>
  <Application>Microsoft Office PowerPoint</Application>
  <PresentationFormat>와이드스크린</PresentationFormat>
  <Paragraphs>85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HY견고딕</vt:lpstr>
      <vt:lpstr>HY그래픽M</vt:lpstr>
      <vt:lpstr>굴림</vt:lpstr>
      <vt:lpstr>맑은 고딕</vt:lpstr>
      <vt:lpstr>Arial</vt:lpstr>
      <vt:lpstr>Calibri</vt:lpstr>
      <vt:lpstr>Trebuchet MS</vt:lpstr>
      <vt:lpstr>Wingdings 3</vt:lpstr>
      <vt:lpstr>패싯</vt:lpstr>
      <vt:lpstr>오피스 해적단! 파워포인트 2013을 정복하라</vt:lpstr>
      <vt:lpstr>1. 파워포인트 단축키</vt:lpstr>
      <vt:lpstr>PowerPoint 프레젠테이션</vt:lpstr>
      <vt:lpstr>2. 도형복제(Ctrl + D)</vt:lpstr>
      <vt:lpstr>PowerPoint 프레젠테이션</vt:lpstr>
      <vt:lpstr>※  슬라이드 복제</vt:lpstr>
      <vt:lpstr>3. 마지막 작업 반복(F4키)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오피스 해적단! 파워포인트 2013을 정복하라</dc:title>
  <dc:creator>eunja jeon</dc:creator>
  <cp:lastModifiedBy>eunja jeon</cp:lastModifiedBy>
  <cp:revision>24</cp:revision>
  <dcterms:created xsi:type="dcterms:W3CDTF">2016-01-06T16:55:16Z</dcterms:created>
  <dcterms:modified xsi:type="dcterms:W3CDTF">2016-01-09T06:52:10Z</dcterms:modified>
</cp:coreProperties>
</file>