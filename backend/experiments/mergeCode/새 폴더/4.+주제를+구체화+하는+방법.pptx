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-1308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8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A8C73-D707-4595-AE31-EDF5E1499C4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1CF27-9424-4FB6-92B5-8D4F9602E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26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1CF27-9424-4FB6-92B5-8D4F9602E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08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27000" y="101600"/>
            <a:ext cx="6604000" cy="8915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8912" y="251520"/>
            <a:ext cx="3892296" cy="432604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 smtClean="0">
                <a:solidFill>
                  <a:schemeClr val="tx1"/>
                </a:solidFill>
                <a:latin typeface="+mj-ea"/>
                <a:ea typeface="+mj-ea"/>
              </a:rPr>
              <a:t>주제를 구체화 하는 방법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슬라이드 노트 개체 틀 2"/>
          <p:cNvSpPr txBox="1">
            <a:spLocks/>
          </p:cNvSpPr>
          <p:nvPr/>
        </p:nvSpPr>
        <p:spPr>
          <a:xfrm>
            <a:off x="204768" y="4289079"/>
            <a:ext cx="6386062" cy="4508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Biz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문서 작성은 상사의 지시나 요청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그리고 자신이 필요하다고 여겨지는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판단에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따라 하게 됩니다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따라서 대개 보고서 작성을 시작하는 단계에서는 주제가 명확하지 않은 것이 보통입니다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글을 쓰는 첫 단계는 주제를 선정하는 것입니다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주제는 보고서의 중심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사상입니다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주제가 구체적이어야 전달하고자 하는 개념도 명확해질 수 있습니다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주제를 구체화 하는 방법은 상대방의 관점에 맞추어 단일 주제를 선택한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후 주제의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범위를 적절히 선택하는 것입니다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주제는 당연히 내가 말하고 싶은 것을 정하는 것이 아니라 내가 말해야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하는 것으로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선정되어야 합니다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상대방의 관점을 중시해야 한다는 것은 앞에서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충분히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이해 하였을 것으로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생각됩니다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통상 사람들은 주제의 범위를 크게 잡는 경향이 있습니다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이렇게 하면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언급할 수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있는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사항도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많고 유식하게 보일 수 있다는 생각을 하기 때문입니다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그러나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정보의 양이 많으면 그만큼 이해 해야 할 사항이 많아지고 문서의 양도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늘 어 </a:t>
            </a: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납니다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결과적으로 상대방은 문서의 의도를 잘 파악하기 어려워지며 혼돈을 일으키게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되기도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합니다</a:t>
            </a:r>
            <a:r>
              <a:rPr lang="en-US" altLang="ko-KR" sz="12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j-ea"/>
                <a:ea typeface="+mj-ea"/>
              </a:rPr>
              <a:t>따라서 주제는 적절하게 잡는 것이 중요합니다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13" y="916515"/>
            <a:ext cx="5542374" cy="3052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158</Words>
  <Application>Microsoft Office PowerPoint</Application>
  <PresentationFormat>화면 슬라이드 쇼(4:3)</PresentationFormat>
  <Paragraphs>14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EOM</dc:creator>
  <cp:lastModifiedBy>엄장식</cp:lastModifiedBy>
  <cp:revision>29</cp:revision>
  <dcterms:created xsi:type="dcterms:W3CDTF">2014-10-07T02:57:57Z</dcterms:created>
  <dcterms:modified xsi:type="dcterms:W3CDTF">2016-08-08T02:53:23Z</dcterms:modified>
</cp:coreProperties>
</file>