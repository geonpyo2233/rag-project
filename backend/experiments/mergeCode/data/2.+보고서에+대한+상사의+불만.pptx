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6" d="100"/>
          <a:sy n="86" d="100"/>
        </p:scale>
        <p:origin x="-1308" y="7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8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A8C73-D707-4595-AE31-EDF5E1499C48}" type="datetimeFigureOut">
              <a:rPr lang="ko-KR" altLang="en-US" smtClean="0"/>
              <a:t>2016-08-08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1CF27-9424-4FB6-92B5-8D4F9602E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26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81CF27-9424-4FB6-92B5-8D4F9602E7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083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B0097-27CB-4B8A-9388-848DEF1E272E}" type="datetimeFigureOut">
              <a:rPr lang="ko-KR" altLang="en-US" smtClean="0"/>
              <a:pPr/>
              <a:t>2016-08-08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50ECB-8A55-46D4-8924-19C67E5F11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27000" y="101600"/>
            <a:ext cx="6604000" cy="8915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ko-KR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408912" y="251520"/>
            <a:ext cx="3892296" cy="432604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dirty="0" smtClean="0">
                <a:solidFill>
                  <a:schemeClr val="tx1"/>
                </a:solidFill>
                <a:latin typeface="+mj-ea"/>
                <a:ea typeface="+mj-ea"/>
              </a:rPr>
              <a:t>보고서에 대한 상사의 불만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33" y="982617"/>
            <a:ext cx="59817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슬라이드 노트 개체 틀 2"/>
          <p:cNvSpPr txBox="1">
            <a:spLocks/>
          </p:cNvSpPr>
          <p:nvPr/>
        </p:nvSpPr>
        <p:spPr>
          <a:xfrm>
            <a:off x="344938" y="3275856"/>
            <a:ext cx="6386062" cy="45085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여러분이 어차피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글을 쓰면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보고서 형태로 쓸 텐데 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이거에 대한 상사들의 가지고 있는 불만을 알고 있을 필요가 있습니다 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가장 </a:t>
            </a:r>
            <a:r>
              <a:rPr lang="ko-KR" altLang="en-US" sz="1200" dirty="0" err="1" smtClean="0">
                <a:solidFill>
                  <a:schemeClr val="tx1"/>
                </a:solidFill>
                <a:latin typeface="+mj-ea"/>
                <a:ea typeface="+mj-ea"/>
              </a:rPr>
              <a:t>첫번째가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 내용이 마음에 안들 때다 의도와 다르다는 이야기는 </a:t>
            </a:r>
            <a:r>
              <a:rPr lang="ko-KR" altLang="en-US" sz="1200" dirty="0" err="1" smtClean="0">
                <a:solidFill>
                  <a:schemeClr val="tx1"/>
                </a:solidFill>
                <a:latin typeface="+mj-ea"/>
                <a:ea typeface="+mj-ea"/>
              </a:rPr>
              <a:t>뭐냐면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  <a:latin typeface="+mj-ea"/>
                <a:ea typeface="+mj-ea"/>
              </a:rPr>
              <a:t>? 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일에 대한 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목적성을 잘 못 이해한 거고 목표를 잘 못 이해한 것이 문제입니다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그러다 보니까 아이디어 자체도 마음에 안들 수 밖에 없습니다 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대전제는 상사와 반드시 목적과 목표를 일치시켜야 합니다</a:t>
            </a:r>
            <a:r>
              <a:rPr lang="en-US" altLang="ko-KR" sz="1200" dirty="0" smtClean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이것이 일치하지 않으면 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아무리 아이디어가 좋아도 성공할 수 없다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형식도 따분할 때가 많습니다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상사에게 보고를 했는데 가끔 상사들이 이렇게 말을 할 때가 있습니다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당신 지금 소설 썼냐 </a:t>
            </a:r>
            <a:r>
              <a:rPr lang="en-US" altLang="ko-KR" sz="1200" dirty="0" smtClean="0">
                <a:solidFill>
                  <a:schemeClr val="tx1"/>
                </a:solidFill>
                <a:latin typeface="+mj-ea"/>
                <a:ea typeface="+mj-ea"/>
              </a:rPr>
              <a:t>? 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핵심이 없고 글이 장황하다는 거죠</a:t>
            </a:r>
            <a:r>
              <a:rPr lang="en-US" altLang="ko-KR" sz="1200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글이 쓸데 없이 너무 장황하고 읽어도 뭘 말하고자 하는지 파악도 되지 않습니다  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글은 장황하면 </a:t>
            </a:r>
            <a:r>
              <a:rPr lang="ko-KR" altLang="en-US" sz="1200" dirty="0" err="1" smtClean="0">
                <a:solidFill>
                  <a:schemeClr val="tx1"/>
                </a:solidFill>
                <a:latin typeface="+mj-ea"/>
                <a:ea typeface="+mj-ea"/>
              </a:rPr>
              <a:t>안된다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 간결하면 할 수록 상대방을 이해시키기 쉽기 때문에 설득이 용이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합니다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그리고 항상 늦다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아무리 좋은 보고서라 하더라도 필요한 시점을 넘기면 가치가 없는 것입니다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납기를 지키는 것이 중요하다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이 </a:t>
            </a:r>
            <a:r>
              <a:rPr lang="en-US" altLang="ko-KR" sz="1200" dirty="0" smtClean="0">
                <a:solidFill>
                  <a:schemeClr val="tx1"/>
                </a:solidFill>
                <a:latin typeface="+mj-ea"/>
                <a:ea typeface="+mj-ea"/>
              </a:rPr>
              <a:t>3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가지 관점을 여러분이 알고 있을 필요가 있다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그래야 상사를 설득할 수 있는 보고서를 </a:t>
            </a:r>
            <a:r>
              <a:rPr lang="ko-KR" altLang="en-US" sz="1200" dirty="0" err="1" smtClean="0">
                <a:solidFill>
                  <a:schemeClr val="tx1"/>
                </a:solidFill>
                <a:latin typeface="+mj-ea"/>
                <a:ea typeface="+mj-ea"/>
              </a:rPr>
              <a:t>만들수가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 있습니다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기획서도 이러한 보고서에 해당합니다</a:t>
            </a:r>
            <a:r>
              <a:rPr lang="en-US" altLang="ko-KR" sz="1200" dirty="0" smtClean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기획서를 작성할 때 반드시 상사의 불만 사항을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염두에 두고 기획서를 작성하시기 바랍니다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1200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endParaRPr lang="en-US" altLang="ko-KR" sz="12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20000"/>
              </a:lnSpc>
            </a:pPr>
            <a:endParaRPr lang="ko-KR" altLang="en-US" sz="1200" dirty="0" smtClean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174</Words>
  <Application>Microsoft Office PowerPoint</Application>
  <PresentationFormat>화면 슬라이드 쇼(4:3)</PresentationFormat>
  <Paragraphs>23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EOM</dc:creator>
  <cp:lastModifiedBy>엄장식</cp:lastModifiedBy>
  <cp:revision>27</cp:revision>
  <dcterms:created xsi:type="dcterms:W3CDTF">2014-10-07T02:57:57Z</dcterms:created>
  <dcterms:modified xsi:type="dcterms:W3CDTF">2016-08-08T02:44:48Z</dcterms:modified>
</cp:coreProperties>
</file>