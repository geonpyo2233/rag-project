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-130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8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A8C73-D707-4595-AE31-EDF5E1499C4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1CF27-9424-4FB6-92B5-8D4F9602E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26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1CF27-9424-4FB6-92B5-8D4F9602E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8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7000" y="101600"/>
            <a:ext cx="6604000" cy="891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8912" y="251520"/>
            <a:ext cx="3892296" cy="432604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 smtClean="0">
                <a:solidFill>
                  <a:schemeClr val="tx1"/>
                </a:solidFill>
                <a:latin typeface="+mj-ea"/>
                <a:ea typeface="+mj-ea"/>
              </a:rPr>
              <a:t>기획서는  상대방의 관점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슬라이드 노트 개체 틀 2"/>
          <p:cNvSpPr txBox="1">
            <a:spLocks/>
          </p:cNvSpPr>
          <p:nvPr/>
        </p:nvSpPr>
        <p:spPr>
          <a:xfrm>
            <a:off x="160700" y="4683029"/>
            <a:ext cx="6386062" cy="4508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기획서의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목적은 설득하는데 있어요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따라서 글을 읽는 상대방의 관점을 파악하는 것이 가장 중요합니다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나의 관점에서 글을 쓰게 되면 관점이 달라 글을 읽는 사람이 흥미를 잃어 버릴 수도 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있고 설득이 어려울 수도 있습니다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가장 이상적인 것은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기획서를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글을 읽는 사람의 호기심을 자극하고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보고서가 그 호기심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에 답하는 구조일 것입니다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아마추어는 자신의 관점에서 글을 씁니다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자신이 말하고 싶은 내용으로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기획서를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쓰죠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다행히 글을 읽는 사람과 관점이 같다면 이해와 납득을 얻어낼 수 있겠지만 관점이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다르다면 납득을 얻어내기는 어려울 것입니다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반면 프로는 상대가 원하는 정보를 바탕으로 자신이 얻고자 하는 결론을 유도해 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예를 들면 원자력 발전소 건설 문제와 관련 이해 관계자들을 설득하는 글을 쓴다고 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가정해 보겠습니다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이해관계자는 정부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환경단체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지역주민 들이 있을 겁니다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이런 경우 이해관계자간 관점은 정 반대인 경우가 많습니다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그런데 동일한 내용으로 글을 쓴다면 이해와 납득을 얻어낼 수 있을까요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아마 불가능 할 것입니다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이해관계자 별로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기획서를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다르게 써야 이해와 납득을 얻어낼 수 있을 것입니다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/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기획서를 작성할 때 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관점이 왜 중요한지 이해가 가시죠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72" y="935965"/>
            <a:ext cx="5919423" cy="36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165</Words>
  <Application>Microsoft Office PowerPoint</Application>
  <PresentationFormat>화면 슬라이드 쇼(4:3)</PresentationFormat>
  <Paragraphs>20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EOM</dc:creator>
  <cp:lastModifiedBy>엄장식</cp:lastModifiedBy>
  <cp:revision>28</cp:revision>
  <dcterms:created xsi:type="dcterms:W3CDTF">2014-10-07T02:57:57Z</dcterms:created>
  <dcterms:modified xsi:type="dcterms:W3CDTF">2016-08-08T02:41:47Z</dcterms:modified>
</cp:coreProperties>
</file>